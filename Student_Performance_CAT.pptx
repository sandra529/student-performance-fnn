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09728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Predictor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(FNN) to flag students at risk of failing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Fundamentals of AI (ITLPA701)  |  Continuous Assessment Test  |  Rwanda Polytechnic, Ngoma College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predict if a student will PASS or FAIL the final exam (G3 of 10 or more out of 20)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let teachers give extra support early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Student Performance dataset (student-mat.csv)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check: 0 missing values, 0 duplicate rows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097280"/>
            <a:ext cx="301752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0" y="1188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33 columns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2423160"/>
            <a:ext cx="301752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/ 130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feature engineering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Pass = 1 if G3 &gt;= 10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removed (it is the answer)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columns kept, text encoded as numbers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split: 252 train, 64 validation, 79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fitted on training data only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ParentsEdu = mother + father education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AlcoholIndex = average of weekday and weekend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LogAbsences reduces skew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GradeAvg and GradeTrend from G1 and G2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inputs; strongest: G2, GradeAvg, G1; failures is most negative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form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544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64792" y="118872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64792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text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44952" y="15544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9544" y="118872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9544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features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15544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54296" y="118872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15544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9048" y="118872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2A9D8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9048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&gt; 8 units, dropout 0.2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15544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43800" y="118872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At risk + 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FNN: the data is a table of numbers with two classes (CNN suits images, RNN suits sequences)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layers, sigmoid output, Adam (lr 0.001), binary cross-entropy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 limits memorising; early stopping (patience 15); class weights for fewer failures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4 configurations, chosen on the validation set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(test set, 79 students)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143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(Fail): 22 of 26 caught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143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(Pass)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423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(Fail) matters most: a missed failing student gets no help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16-8 units with dropout 0.2 gave the best validation F1 (0.929)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without G1 and G2, accuracy fell from 84.8% to 65.8%, so earlier grades are the strongest predictors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15% of predictions are wrong, so a teacher decides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and reproducibility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 built with Gradio: enter student details and get a prediction with probability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Reloads the saved model exactly as a user would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saved_model: student_fnn.keras, scaler.pkl, config.json, report.txt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 (42) and saved settings make results reproducible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saved: correlation, training curves, confusion matrix,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and 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Labelling: a prediction must never lower expectations. Use it only to offer support; the teacher decides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Bias: sex, home area or family support could treat groups unfairly. Audit and compare results between groups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foreign data: 395 Portuguese students. Retrain on Rwandan school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collect with consent, anonymise and store securely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FNN catches about 85% of failing students and works as an early-warning aid, not a replacement for teachers.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2026-10-08T04:09:17Z</dcterms:created>
  <dcterms:modified xsi:type="dcterms:W3CDTF">2026-10-08T04:09:17Z</dcterms:modified>
</cp:coreProperties>
</file>